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Advisory 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POLIASTRO | Category: SPACE_AEROTECH</a:t>
            </a:r>
          </a:p>
          <a:p>
            <a:r>
              <a:rPr sz="1400"/>
              <a:t>Upstream: https://github.com/poliastro/poliastro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advisory board for the Anticloud integration of POLIASTRO.</a:t>
            </a:r>
          </a:p>
          <a:p>
            <a:r>
              <a:rPr sz="1400"/>
              <a:t>Python astrodynamics and orbital mechanics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POLIASTRO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